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PowerPoint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E2E Test Document</a:t>
            </a:r>
          </a:p>
          <a:p/>
          <a:p>
            <a:r>
              <a:t>Test Case: TC007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Processing Pipeline</a:t>
            </a:r>
          </a:p>
          <a:p>
            <a:pPr lvl="1"/>
            <a:r>
              <a:t>Multiple file format support</a:t>
            </a:r>
          </a:p>
          <a:p>
            <a:pPr lvl="1"/>
            <a:r>
              <a:t>Intelligent parser selection</a:t>
            </a:r>
          </a:p>
          <a:p>
            <a:pPr lvl="1"/>
            <a:r>
              <a:t>OCR for scanned documents</a:t>
            </a:r>
          </a:p>
          <a:p>
            <a:pPr lvl="1"/>
            <a:r>
              <a:t>Destination-agnostic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Processing Details:</a:t>
            </a:r>
          </a:p>
          <a:p>
            <a:pPr lvl="1"/>
            <a:r>
              <a:t>Expected Parser: Docling</a:t>
            </a:r>
          </a:p>
          <a:p>
            <a:pPr lvl="1"/>
            <a:r>
              <a:t>Expected Duration: ~5 seconds</a:t>
            </a:r>
          </a:p>
          <a:p>
            <a:pPr lvl="1"/>
            <a:r>
              <a:t>Slide Count: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